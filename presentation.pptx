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7" r:id="rId8"/>
    <p:sldId id="266" r:id="rId9"/>
    <p:sldId id="268" r:id="rId10"/>
    <p:sldId id="264" r:id="rId11"/>
    <p:sldId id="265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E3406AE5-1948-8665-DECD-D1149CBAE3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18056D4-7201-74F4-D4B7-7C1DAD328D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D9FD6-6B77-4E11-95A5-3BFBA8910837}" type="datetimeFigureOut">
              <a:rPr lang="nl-NL" smtClean="0"/>
              <a:t>17-11-2025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0B53BF7-EDA6-4D45-0309-75854BF63AD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2F1D21D-34A8-E508-6880-BF7966460D0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83C97-5DDF-4C88-8723-784B0283A42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82603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13665A-EF05-4747-8682-4039D3E32D95}" type="datetimeFigureOut">
              <a:rPr lang="nl-NL" smtClean="0"/>
              <a:t>17-11-2025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959A0-ED03-485E-AE57-35E077B7F20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62033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2622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0DCF1-9AB2-4DB3-9240-BAA22F279902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8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7163F-FBE6-4A12-BDD0-23750837041A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4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DE35E-A218-4ED9-B667-58FEB34CC7AC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683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5BC0D-B504-470C-8312-EB24B9AABCC8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22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BA360-B814-43CF-877D-6108259A603E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06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7C72B-6AFA-4FD0-9445-B669E4C4C963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65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A3638-C4B1-4851-82CF-DA81195D543E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63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F5450-BA9A-473C-AB86-7673E67B172F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C197F-9899-447A-A056-2EC40E137156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3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278EF-7443-4FD8-97CF-39421BF309DB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5FD5-0E0B-475F-BD61-F625D56CC331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4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7B4481C-DAEF-493B-8202-C72925E6C92A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66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7" r:id="rId3"/>
    <p:sldLayoutId id="2147483898" r:id="rId4"/>
    <p:sldLayoutId id="2147483899" r:id="rId5"/>
    <p:sldLayoutId id="2147483893" r:id="rId6"/>
    <p:sldLayoutId id="2147483889" r:id="rId7"/>
    <p:sldLayoutId id="2147483890" r:id="rId8"/>
    <p:sldLayoutId id="2147483891" r:id="rId9"/>
    <p:sldLayoutId id="2147483892" r:id="rId10"/>
    <p:sldLayoutId id="2147483894" r:id="rId11"/>
  </p:sldLayoutIdLs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fanBoudri/streams/blob/main/benchmark.md" TargetMode="External"/><Relationship Id="rId2" Type="http://schemas.openxmlformats.org/officeDocument/2006/relationships/hyperlink" Target="https://www.baeldung.com/java-8-streams-introduc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tutorialspoint.com/java/java_streams.htm" TargetMode="External"/><Relationship Id="rId5" Type="http://schemas.openxmlformats.org/officeDocument/2006/relationships/hyperlink" Target="https://stackify.com/streams-guide-java-8/" TargetMode="External"/><Relationship Id="rId4" Type="http://schemas.openxmlformats.org/officeDocument/2006/relationships/hyperlink" Target="https://docs.oracle.com/en/java/javase/21/docs/api/java.base/java/util/stream/Stream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itte kubussen en bal">
            <a:extLst>
              <a:ext uri="{FF2B5EF4-FFF2-40B4-BE49-F238E27FC236}">
                <a16:creationId xmlns:a16="http://schemas.microsoft.com/office/drawing/2014/main" id="{BE87A2A3-F109-E2E8-7323-279B03837F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D4709D-5193-A462-57A6-8F08DCEDD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Understanding the Java Stream&lt;T&gt; Interface and Its Usage in the Java Collection Framework</a:t>
            </a:r>
            <a:endParaRPr lang="nl-NL" sz="42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FCE727F-708B-C067-A4CC-A10D77FA9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100" dirty="0">
                <a:solidFill>
                  <a:srgbClr val="FFFFFF"/>
                </a:solidFill>
              </a:rPr>
              <a:t>Performance, Memory Usage, and Readability Compared to Loops</a:t>
            </a:r>
            <a:br>
              <a:rPr lang="en-US" sz="1100" dirty="0">
                <a:solidFill>
                  <a:srgbClr val="FFFFFF"/>
                </a:solidFill>
              </a:rPr>
            </a:b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Name: Stefan Boudri</a:t>
            </a: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Date: 16-11-2025</a:t>
            </a:r>
            <a:endParaRPr lang="nl-NL" sz="1100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ABB686-3A23-498F-4EF7-18A004A9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32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59A3439-29DF-D32C-FFE3-A6856B5A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Introduction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C53D16-A9B7-D321-0E95-043B15699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 err="1"/>
              <a:t>Introduced</a:t>
            </a:r>
            <a:r>
              <a:rPr lang="nl-NL" dirty="0"/>
              <a:t> in Java 8</a:t>
            </a:r>
          </a:p>
          <a:p>
            <a:r>
              <a:rPr lang="nl-NL" dirty="0" err="1"/>
              <a:t>Replaces</a:t>
            </a:r>
            <a:r>
              <a:rPr lang="nl-NL" dirty="0"/>
              <a:t> loops</a:t>
            </a:r>
          </a:p>
          <a:p>
            <a:r>
              <a:rPr lang="nl-NL" dirty="0"/>
              <a:t>Modern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declarative</a:t>
            </a:r>
            <a:endParaRPr lang="nl-NL" dirty="0"/>
          </a:p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0FC18DA-9F29-FA12-E739-4190E4AA2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Baeldung (2023); Paraschiv (2024)</a:t>
            </a:r>
          </a:p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DF2CF691-6DC9-7A61-8372-5DFDF2B96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81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5958A-BB43-5590-E04F-2F7C7FF0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845599-3495-8386-B82D-6CEB60378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90D8EF-9564-8D9F-9752-2AFE61ACF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Statement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DAD88E-1612-E118-341A-97A07F1AD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1213B4-8775-99A9-B776-69490E92E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/>
              <a:t>Loops are </a:t>
            </a:r>
            <a:r>
              <a:rPr lang="nl-NL" dirty="0" err="1"/>
              <a:t>verbose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repetitive</a:t>
            </a:r>
            <a:r>
              <a:rPr lang="nl-NL" dirty="0"/>
              <a:t> </a:t>
            </a:r>
          </a:p>
          <a:p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naturally</a:t>
            </a:r>
            <a:r>
              <a:rPr lang="nl-NL" dirty="0"/>
              <a:t> parallel</a:t>
            </a:r>
          </a:p>
          <a:p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hard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gets</a:t>
            </a:r>
            <a:r>
              <a:rPr lang="nl-NL" dirty="0"/>
              <a:t> complex</a:t>
            </a:r>
          </a:p>
          <a:p>
            <a:r>
              <a:rPr lang="en-US" dirty="0"/>
              <a:t>Need for a more expressive and scalable approach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5592AA6-A2E5-E9C0-7780-B340DC4B8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755D0A3A-3FF0-3B38-8D3D-E86BD4318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13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D802-DD4D-9D59-A880-4DE05FD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1A1C7F7-ADA0-7630-1C0C-C5B55449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61CA1A-EF5A-80FB-D01C-7CFAA5467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/>
              <a:t>Research Question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6AB661-6EFA-B548-CE59-4EC3B2C99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756C01-6709-4F90-1F4F-EE568ABB0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loops, sequential streams, and parallel streams compare in performance, memory usage, and readability?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35E06CD-E1D7-720A-5DCD-81157CCE0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DF87655D-3940-0B00-318D-8830D8BF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90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80D53-89C7-86AC-573F-A51DD449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ED3F62-A924-B89F-8F92-EB1516643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CCBF18-896A-4ECF-9D62-46D26D0DD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Subquestions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3B71A2-B040-B119-B69C-B5E08A9BB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F40F9-221D-B97C-7470-30EF5AE23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streams work?</a:t>
            </a:r>
          </a:p>
          <a:p>
            <a:r>
              <a:rPr lang="en-US" dirty="0"/>
              <a:t>How to use streams?</a:t>
            </a:r>
          </a:p>
          <a:p>
            <a:r>
              <a:rPr lang="en-US" dirty="0"/>
              <a:t>When to use streams?</a:t>
            </a:r>
          </a:p>
          <a:p>
            <a:r>
              <a:rPr lang="en-US" dirty="0"/>
              <a:t>When to avoid streams?</a:t>
            </a:r>
          </a:p>
          <a:p>
            <a:r>
              <a:rPr lang="en-US" dirty="0"/>
              <a:t>How do streams and loops differ in code readability?</a:t>
            </a:r>
          </a:p>
          <a:p>
            <a:r>
              <a:rPr lang="en-US" dirty="0"/>
              <a:t>How do streams perform (compared to loops)?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101010 gegevens lijnen naar oneindig">
            <a:extLst>
              <a:ext uri="{FF2B5EF4-FFF2-40B4-BE49-F238E27FC236}">
                <a16:creationId xmlns:a16="http://schemas.microsoft.com/office/drawing/2014/main" id="{6E1A6A15-B597-AD7A-B173-49DB80898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0FF91AE-DA30-687D-DD70-BAC64006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789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659B6-611C-D657-B749-7ACF87847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12A0FE-0396-3195-4967-844D1A3EB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483A26-582D-A44C-6415-A6191D9C5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do streams work?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87ECD6-AF22-08BE-94A8-55E70605C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A2C6DF-26A3-A24C-0E20-45B75F9B2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Pipeline: source -&gt; Intermediate -&gt; Terminal</a:t>
            </a:r>
          </a:p>
          <a:p>
            <a:r>
              <a:rPr lang="en-US" dirty="0"/>
              <a:t>Lazy evaluation</a:t>
            </a:r>
          </a:p>
          <a:p>
            <a:r>
              <a:rPr lang="en-US" dirty="0"/>
              <a:t>Intermediate operations </a:t>
            </a:r>
          </a:p>
          <a:p>
            <a:r>
              <a:rPr lang="en-US" dirty="0"/>
              <a:t>Terminal operations</a:t>
            </a:r>
          </a:p>
          <a:p>
            <a:r>
              <a:rPr lang="en-US" dirty="0"/>
              <a:t>Pipeline</a:t>
            </a:r>
          </a:p>
          <a:p>
            <a:r>
              <a:rPr lang="en-US" dirty="0"/>
              <a:t>Parallel</a:t>
            </a:r>
          </a:p>
          <a:p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EF9D99A7-9FE3-5C7E-F2E0-AC109704B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5323E10-68E2-5F24-3324-9FB6DCF5B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355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FD96D-69F2-4413-36F1-C1710459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005C7A-D6D2-060D-272A-B35DD809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7B3DF6-974E-FA91-24F7-8A4E8F9A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to use streams?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D65998-DF79-EAE7-9CBE-7FF68BFE6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81D363-D9D2-C2D7-DE5D-321454304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Start with collection -&gt; call .Stream()</a:t>
            </a:r>
          </a:p>
          <a:p>
            <a:r>
              <a:rPr lang="en-US" dirty="0"/>
              <a:t>Add intermediate operations</a:t>
            </a:r>
          </a:p>
          <a:p>
            <a:r>
              <a:rPr lang="en-US" dirty="0"/>
              <a:t>Add terminal operation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C72AA6-4B5F-8376-1CDA-4E4FEB88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5119578" cy="365125"/>
          </a:xfrm>
        </p:spPr>
        <p:txBody>
          <a:bodyPr/>
          <a:lstStyle/>
          <a:p>
            <a:r>
              <a:rPr lang="de-DE" dirty="0" err="1"/>
              <a:t>Baeldung</a:t>
            </a:r>
            <a:r>
              <a:rPr lang="de-DE" dirty="0"/>
              <a:t> (2023); </a:t>
            </a:r>
            <a:r>
              <a:rPr lang="de-DE" dirty="0" err="1"/>
              <a:t>Paraschiv</a:t>
            </a:r>
            <a:r>
              <a:rPr lang="de-DE" dirty="0"/>
              <a:t> (2024);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8FF9CE6A-0144-5DD2-FFC0-067966B223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48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3CAD-7B5D-0CAF-1D6C-DD747656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B9C1FB-97B8-7405-CF5A-EE04B9A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21565C-2859-2C74-E879-3116B7343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use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BE2881-3276-68E9-C3FD-A6EFA39CF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EFC593-AF1E-4778-40FE-3986EA3E4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You want cleaner, more readable code</a:t>
            </a:r>
          </a:p>
          <a:p>
            <a:r>
              <a:rPr lang="en-US" dirty="0"/>
              <a:t>You need to chain operations (filter/map/sort)</a:t>
            </a:r>
          </a:p>
          <a:p>
            <a:r>
              <a:rPr lang="en-US" dirty="0"/>
              <a:t>You want more declarative code</a:t>
            </a:r>
          </a:p>
          <a:p>
            <a:r>
              <a:rPr lang="en-US" dirty="0"/>
              <a:t>You want easier parallel processing</a:t>
            </a:r>
          </a:p>
          <a:p>
            <a:r>
              <a:rPr lang="en-US" dirty="0"/>
              <a:t>You want to avoid multiple loops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2D46F6-1AD3-A173-35D7-F15BC187D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(2025); </a:t>
            </a:r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02710C03-FC32-FEE9-E04D-FCFE528802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7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12721-DFDE-3E84-CCA1-48604DE5C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B9C9F2-6B07-FC9D-05E4-5C88E5810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E423A1-E0F9-77DB-7683-D99DD0DE8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avoid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E2259D-0A3D-C4E3-2184-0AD12E896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8BF85D8-CA2A-6513-E5E7-D4571BDD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The dataset is small</a:t>
            </a:r>
          </a:p>
          <a:p>
            <a:r>
              <a:rPr lang="en-US" dirty="0"/>
              <a:t>You need index-based logic</a:t>
            </a:r>
          </a:p>
          <a:p>
            <a:r>
              <a:rPr lang="en-US" dirty="0"/>
              <a:t>Parallelism is unsafe</a:t>
            </a:r>
          </a:p>
          <a:p>
            <a:r>
              <a:rPr lang="en-US" dirty="0"/>
              <a:t>Readability becomes worse due to complex lambdas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79D0D6-1DB7-F5EC-E394-126B4AEB0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B77FBE87-ED18-9F8C-7858-EF44F6569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9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E6BF-84BA-D784-2542-CCE5D69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454A6D-8F5D-58BE-18AC-AAE749B1C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58A612-D5C3-067B-79A8-CDABD4463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How do streams and loops differ in code readability?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97FC09-C606-5A9C-EE6F-B42CB51CF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B6BF490-400E-4D89-D0AA-76C01EE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Loops: verbose</a:t>
            </a:r>
          </a:p>
          <a:p>
            <a:pPr lvl="1"/>
            <a:r>
              <a:rPr lang="en-US" dirty="0"/>
              <a:t>Tell Java </a:t>
            </a:r>
            <a:r>
              <a:rPr lang="en-US" i="1" dirty="0"/>
              <a:t>how</a:t>
            </a:r>
            <a:r>
              <a:rPr lang="en-US" dirty="0"/>
              <a:t> to do the work step-by-step</a:t>
            </a:r>
          </a:p>
          <a:p>
            <a:r>
              <a:rPr lang="en-US" dirty="0"/>
              <a:t>Streams: Declarative</a:t>
            </a:r>
          </a:p>
          <a:p>
            <a:pPr lvl="1"/>
            <a:r>
              <a:rPr lang="en-US" dirty="0"/>
              <a:t>Describe </a:t>
            </a:r>
            <a:r>
              <a:rPr lang="en-US" i="1" dirty="0"/>
              <a:t>what</a:t>
            </a:r>
            <a:r>
              <a:rPr lang="en-US" dirty="0"/>
              <a:t> you want done, Java handles the mechanics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65176" lvl="1" indent="0">
              <a:buNone/>
            </a:pPr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6A8E938-BDF9-E4E1-AE5B-39A5F79B9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dirty="0" err="1"/>
              <a:t>TutorialsPoint</a:t>
            </a:r>
            <a:r>
              <a:rPr lang="nl-NL" dirty="0"/>
              <a:t>, </a:t>
            </a:r>
            <a:r>
              <a:rPr lang="nl-NL" dirty="0" err="1"/>
              <a:t>n.d</a:t>
            </a:r>
            <a:r>
              <a:rPr lang="nl-NL" dirty="0"/>
              <a:t>.)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9C87A7BC-3C7D-F2FE-1D5C-9B355A9F2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6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DC059-1D5B-8D88-2463-E191BB30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B6B91C0-25CF-273A-188C-D133A6D5E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FCA7A5-17B6-00FF-D62A-BF3F972A9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Benchmark methodology 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28529-E761-756F-BA24-27E39D590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6AF3A3-F531-6EF1-21B2-9FF1B4D35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Loops, sequential streams and parallel streams</a:t>
            </a:r>
          </a:p>
          <a:p>
            <a:r>
              <a:rPr lang="en-US" dirty="0"/>
              <a:t>Used JMH (Java </a:t>
            </a:r>
            <a:r>
              <a:rPr lang="en-US" dirty="0" err="1"/>
              <a:t>Microbench</a:t>
            </a:r>
            <a:r>
              <a:rPr lang="en-US" dirty="0"/>
              <a:t> Harness)</a:t>
            </a:r>
          </a:p>
          <a:p>
            <a:r>
              <a:rPr lang="en-US" dirty="0"/>
              <a:t>Measured execution time (</a:t>
            </a:r>
            <a:r>
              <a:rPr lang="en-US" dirty="0" err="1"/>
              <a:t>ms</a:t>
            </a:r>
            <a:r>
              <a:rPr lang="en-US" dirty="0"/>
              <a:t>/op)</a:t>
            </a:r>
          </a:p>
          <a:p>
            <a:r>
              <a:rPr lang="en-US" dirty="0"/>
              <a:t>Measured memory allocation (B/op)</a:t>
            </a:r>
          </a:p>
          <a:p>
            <a:r>
              <a:rPr lang="en-US" dirty="0" err="1"/>
              <a:t>ArrayList</a:t>
            </a:r>
            <a:r>
              <a:rPr lang="en-US" dirty="0"/>
              <a:t>, HashSet and HashMap</a:t>
            </a:r>
          </a:p>
          <a:p>
            <a:r>
              <a:rPr lang="en-US" dirty="0"/>
              <a:t>Exported results to CSV file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CBB8858-08B9-C5FB-3B9F-AFB917CB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methodology (2025)</a:t>
            </a:r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2888B4A5-2B92-A1A0-C99B-F4D672E5E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494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B1427-88F3-252E-EE36-CE2B388C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 streams </a:t>
            </a:r>
            <a:r>
              <a:rPr lang="nl-NL" dirty="0" err="1"/>
              <a:t>perform</a:t>
            </a:r>
            <a:r>
              <a:rPr lang="nl-NL" dirty="0"/>
              <a:t> (</a:t>
            </a:r>
            <a:r>
              <a:rPr lang="nl-NL" dirty="0" err="1"/>
              <a:t>compared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loops)?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3FCC5C30-B37F-B712-1820-10128D2C91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063447"/>
              </p:ext>
            </p:extLst>
          </p:nvPr>
        </p:nvGraphicFramePr>
        <p:xfrm>
          <a:off x="639763" y="2633663"/>
          <a:ext cx="10891836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59">
                  <a:extLst>
                    <a:ext uri="{9D8B030D-6E8A-4147-A177-3AD203B41FA5}">
                      <a16:colId xmlns:a16="http://schemas.microsoft.com/office/drawing/2014/main" val="2142440284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2772904261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815706977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366856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Operation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Time (ms/op)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Memory (B/op)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48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0,434881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1328,943636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644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0,431529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1575,075076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0,06651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7241,563092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242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2,110363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17036,976991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339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3,905052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31781,30218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839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0,417415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10660,860845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374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3,171911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20559,739564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34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4,30024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28079,277913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51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0,286181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9144,641866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935720"/>
                  </a:ext>
                </a:extLst>
              </a:tr>
            </a:tbl>
          </a:graphicData>
        </a:graphic>
      </p:graphicFrame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AB596-B13E-37D0-E7D1-9443E8B1F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results (2025)</a:t>
            </a:r>
          </a:p>
        </p:txBody>
      </p:sp>
    </p:spTree>
    <p:extLst>
      <p:ext uri="{BB962C8B-B14F-4D97-AF65-F5344CB8AC3E}">
        <p14:creationId xmlns:p14="http://schemas.microsoft.com/office/powerpoint/2010/main" val="89024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7BCC3-2142-097A-2D7C-C448EFEB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0B2B6BA-9257-C026-1610-A19E6C24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C39C77-B0C5-B411-F947-6F6A2412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Conclusion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8D9E5-3829-3DCA-01DC-87186D0FC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E2813-EB2F-8B32-140D-D8EB0FD38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b="1" dirty="0"/>
              <a:t>Performance:</a:t>
            </a:r>
            <a:r>
              <a:rPr lang="en-US" dirty="0"/>
              <a:t> Parallel streams are fastest; loops are a bit faster than streams.</a:t>
            </a:r>
          </a:p>
          <a:p>
            <a:r>
              <a:rPr lang="en-US" b="1" dirty="0"/>
              <a:t>Memory:</a:t>
            </a:r>
            <a:r>
              <a:rPr lang="en-US" dirty="0"/>
              <a:t> Loops use the least memory; parallel streams use the most.</a:t>
            </a:r>
          </a:p>
          <a:p>
            <a:r>
              <a:rPr lang="en-US" b="1" dirty="0"/>
              <a:t>Readability:</a:t>
            </a:r>
            <a:r>
              <a:rPr lang="en-US" dirty="0"/>
              <a:t> Streams are clearer for complex tasks; loops are simpler for basic ones.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4F359E9-CC34-B0B6-D120-9C72D50CE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032235A4-A376-5017-8A8E-B25A26A2A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384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E3E562-47F2-0D55-8879-4E8C3AA9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References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CBE5725-F48E-2481-0EB0-672BA648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182761"/>
            <a:ext cx="10890928" cy="4016871"/>
          </a:xfrm>
        </p:spPr>
        <p:txBody>
          <a:bodyPr/>
          <a:lstStyle/>
          <a:p>
            <a:r>
              <a:rPr lang="en-US" dirty="0" err="1"/>
              <a:t>Baeldung</a:t>
            </a:r>
            <a:r>
              <a:rPr lang="en-US" dirty="0"/>
              <a:t>. (2023, November 4). Introduction to Java Streams | </a:t>
            </a:r>
            <a:r>
              <a:rPr lang="en-US" dirty="0" err="1"/>
              <a:t>Baeldung</a:t>
            </a:r>
            <a:r>
              <a:rPr lang="en-US" dirty="0"/>
              <a:t>. </a:t>
            </a:r>
            <a:r>
              <a:rPr lang="en-US" dirty="0">
                <a:hlinkClick r:id="rId2"/>
              </a:rPr>
              <a:t>https://www.baeldung.com/java-8-streams-introduction</a:t>
            </a:r>
            <a:endParaRPr lang="en-US" dirty="0"/>
          </a:p>
          <a:p>
            <a:r>
              <a:rPr lang="nl-NL" dirty="0"/>
              <a:t>Boudri, S. (2025, November 14). Benchmarking streams in Java </a:t>
            </a:r>
            <a:r>
              <a:rPr lang="nl-NL" dirty="0" err="1"/>
              <a:t>with</a:t>
            </a:r>
            <a:r>
              <a:rPr lang="nl-NL" dirty="0"/>
              <a:t> JMH. </a:t>
            </a:r>
            <a:r>
              <a:rPr lang="en-US" dirty="0">
                <a:hlinkClick r:id="rId3"/>
              </a:rPr>
              <a:t>streams/benchmark.md at main · </a:t>
            </a:r>
            <a:r>
              <a:rPr lang="en-US" dirty="0" err="1">
                <a:hlinkClick r:id="rId3"/>
              </a:rPr>
              <a:t>StefanBoudri</a:t>
            </a:r>
            <a:r>
              <a:rPr lang="en-US" dirty="0">
                <a:hlinkClick r:id="rId3"/>
              </a:rPr>
              <a:t>/streams · GitHub</a:t>
            </a:r>
            <a:endParaRPr lang="en-US" dirty="0"/>
          </a:p>
          <a:p>
            <a:r>
              <a:rPr lang="en-US" dirty="0"/>
              <a:t>Oracle. (2025, October 20). Java Stream API. </a:t>
            </a:r>
            <a:r>
              <a:rPr lang="en-US" dirty="0">
                <a:hlinkClick r:id="rId4"/>
              </a:rPr>
              <a:t>https://docs.oracle.com/en/java/javase/21/docs/api/java.base/java/util/stream/Stream.html</a:t>
            </a:r>
            <a:endParaRPr lang="en-US" dirty="0"/>
          </a:p>
          <a:p>
            <a:r>
              <a:rPr lang="en-US" dirty="0"/>
              <a:t>Paraschiv, E. (2024, September 4). A Guide to Java Streams: In-Depth Tutorial with Examples. </a:t>
            </a:r>
            <a:r>
              <a:rPr lang="en-US" dirty="0">
                <a:hlinkClick r:id="rId5"/>
              </a:rPr>
              <a:t>https://stackify.com/streams-guide-java-8/</a:t>
            </a:r>
            <a:endParaRPr lang="en-US" dirty="0"/>
          </a:p>
          <a:p>
            <a:r>
              <a:rPr lang="en-US" dirty="0" err="1"/>
              <a:t>TutorialsPoint</a:t>
            </a:r>
            <a:r>
              <a:rPr lang="en-US" dirty="0"/>
              <a:t>. Java - Streams. (n.d.). </a:t>
            </a:r>
            <a:r>
              <a:rPr lang="en-US" dirty="0">
                <a:hlinkClick r:id="rId6"/>
              </a:rPr>
              <a:t>https://www.tutorialspoint.com/java/java_streams.htm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CC63F7B-AFD3-F231-C8C0-96E360A6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012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712</TotalTime>
  <Words>635</Words>
  <Application>Microsoft Office PowerPoint</Application>
  <PresentationFormat>Breedbeeld</PresentationFormat>
  <Paragraphs>109</Paragraphs>
  <Slides>14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14</vt:i4>
      </vt:variant>
    </vt:vector>
  </HeadingPairs>
  <TitlesOfParts>
    <vt:vector size="18" baseType="lpstr">
      <vt:lpstr>Aptos</vt:lpstr>
      <vt:lpstr>Arial</vt:lpstr>
      <vt:lpstr>Grandview Display</vt:lpstr>
      <vt:lpstr>DashVTI</vt:lpstr>
      <vt:lpstr>Understanding the Java Stream&lt;T&gt; Interface and Its Usage in the Java Collection Framework</vt:lpstr>
      <vt:lpstr>Introduction</vt:lpstr>
      <vt:lpstr>Problem Statement</vt:lpstr>
      <vt:lpstr>Research Question</vt:lpstr>
      <vt:lpstr>Subquestions</vt:lpstr>
      <vt:lpstr>How do streams work?</vt:lpstr>
      <vt:lpstr>How to use streams?</vt:lpstr>
      <vt:lpstr>When to use streams? </vt:lpstr>
      <vt:lpstr>When to avoid streams? </vt:lpstr>
      <vt:lpstr>How do streams and loops differ in code readability? </vt:lpstr>
      <vt:lpstr>Benchmark methodology  </vt:lpstr>
      <vt:lpstr>How do streams perform (compared to loops)?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Boudri</dc:creator>
  <cp:lastModifiedBy>Stefan Boudri</cp:lastModifiedBy>
  <cp:revision>17</cp:revision>
  <dcterms:created xsi:type="dcterms:W3CDTF">2025-11-16T13:48:03Z</dcterms:created>
  <dcterms:modified xsi:type="dcterms:W3CDTF">2025-11-17T22:57:27Z</dcterms:modified>
</cp:coreProperties>
</file>